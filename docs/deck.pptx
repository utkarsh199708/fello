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ROC-AUC, test cycles renewing Oct 2025 to Oct 2026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 on holdout renewals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Oracle (latent health)</c:v>
                  </c:pt>
                  <c:pt idx="1">
                    <c:v>LightGBM (live)</c:v>
                  </c:pt>
                  <c:pt idx="2">
                    <c:v>Logistic regression</c:v>
                  </c:pt>
                  <c:pt idx="3">
                    <c:v>Hand-written rules</c:v>
                  </c:pt>
                  <c:pt idx="4">
                    <c:v>Days to renewal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0.65</c:v>
                </c:pt>
                <c:pt idx="1">
                  <c:v>0.6</c:v>
                </c:pt>
                <c:pt idx="2">
                  <c:v>0.591</c:v>
                </c:pt>
                <c:pt idx="3">
                  <c:v>0.547</c:v>
                </c:pt>
                <c:pt idx="4">
                  <c:v>0.5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3A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"/>
          <c:min val="0.4"/>
        </c:scaling>
        <c:delete val="0"/>
        <c:axPos val="b"/>
        <c:majorGridlines>
          <c:spPr>
            <a:ln w="9525" cap="flat">
              <a:solidFill>
                <a:srgbClr val="F2F4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short deck of what I built and where it diverged from my brief. The brief itself is the first commit in the repo, written before any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reframing is the core of the brief. A score per account does not tell a CSM what to do on Monday. A short ranked list with reasons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 five non-negotiables maps to a card. The live URL runs all of it on one GCP VM for about 21 dollars a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disagreements were argued in the brief before any code. The build kept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divergence is in docs/decisions with the measurement behind it. The model choice rule was set after seeing validation numbers, and the log says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oracle ceiling is only 0.65 because a fifth of churn has no visible signal by design. These numbers validate the pipeline and ranking on data whose generator is known; they are not evidence about real churn.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agentic part as the exercise defines it: it runs without a human, decides with a policy, and leaves an audit trail. The LLM is nowhere in the ranking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of these are linear extrapolations from the live stage timings and a local memory profile, written up in docs/decisions/step-7-10x.md.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synthetic evaluation validates the mechanics. The first real-data step is to refit on actual renewals and see what the dismissal reasons say.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Monday list: which accounts to work this week, and why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ranked list per CSM with reasons that trace to raw events, and a nightly agent that tasks, escalates and logs.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Fello GTM AI take-home · live at 136-83-131-193.sslip.io ·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ask was a health score; the problem is prioritisation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669280" cy="42062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 was asked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red / yellow / green score per account, and an email to the customer when it goes red.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 the CSM needs on Monday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Which few accounts to work this week, in order, and why. The two lost renewals had the data in Zendesk and usage. Nobody joined it.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463040"/>
            <a:ext cx="2011680" cy="10972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1600200"/>
            <a:ext cx="2926080" cy="8229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accounts per CSM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766560" y="2834640"/>
            <a:ext cx="2011680" cy="10972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8686800" y="2971800"/>
            <a:ext cx="2926080" cy="8229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 CSM can work properly in a week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4206240"/>
            <a:ext cx="2011680" cy="10972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8686800" y="4343400"/>
            <a:ext cx="2926080" cy="8229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systems, five different keys per customer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shipped, and is live</a:t>
            </a:r>
            <a:endParaRPr lang="en-US" sz="3200" dirty="0"/>
          </a:p>
        </p:txBody>
      </p:sp>
      <p:sp>
        <p:nvSpPr>
          <p:cNvPr id="3" name="card Monday list"/>
          <p:cNvSpPr/>
          <p:nvPr/>
        </p:nvSpPr>
        <p:spPr>
          <a:xfrm>
            <a:off x="548640" y="146304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19072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1627632"/>
            <a:ext cx="2697480" cy="4572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Monday list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3063240" cy="11430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Ranked per CSM by expected ARR at risk. Colour derived from rank. Thin accounts in their own bucket, never green.</a:t>
            </a:r>
            <a:endParaRPr lang="en-US" sz="1400" dirty="0"/>
          </a:p>
        </p:txBody>
      </p:sp>
      <p:sp>
        <p:nvSpPr>
          <p:cNvPr id="7" name="card A fitted model"/>
          <p:cNvSpPr/>
          <p:nvPr/>
        </p:nvSpPr>
        <p:spPr>
          <a:xfrm>
            <a:off x="4297680" y="146304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71907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627632"/>
            <a:ext cx="2697480" cy="4572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 fitted model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176272"/>
            <a:ext cx="3063240" cy="11430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Global LightGBM on 3 years of renewal cycles. Reasons from SHAP contributions that add up to the margin.</a:t>
            </a:r>
            <a:endParaRPr lang="en-US" sz="1400" dirty="0"/>
          </a:p>
        </p:txBody>
      </p:sp>
      <p:sp>
        <p:nvSpPr>
          <p:cNvPr id="11" name="card A nightly agent"/>
          <p:cNvSpPr/>
          <p:nvPr/>
        </p:nvSpPr>
        <p:spPr>
          <a:xfrm>
            <a:off x="8046720" y="146304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75320" y="1719072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1627632"/>
            <a:ext cx="2697480" cy="4572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 nightly agent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176272"/>
            <a:ext cx="3063240" cy="11430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Runs at 02:00 UTC unattended. Transitions, anti-flap policy, tasks, escalation, briefings, all logged.</a:t>
            </a:r>
            <a:endParaRPr lang="en-US" sz="1400" dirty="0"/>
          </a:p>
        </p:txBody>
      </p:sp>
      <p:sp>
        <p:nvSpPr>
          <p:cNvPr id="15" name="card Multi-tenant"/>
          <p:cNvSpPr/>
          <p:nvPr/>
        </p:nvSpPr>
        <p:spPr>
          <a:xfrm>
            <a:off x="548640" y="370332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3959352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88720" y="3867912"/>
            <a:ext cx="2697480" cy="4572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Multi-tenant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416552"/>
            <a:ext cx="3063240" cy="11430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5 organisations. Postgres FORCE row-level security, tenant set in one place, wrong-tenant ids return 404.</a:t>
            </a:r>
            <a:endParaRPr lang="en-US" sz="1400" dirty="0"/>
          </a:p>
        </p:txBody>
      </p:sp>
      <p:sp>
        <p:nvSpPr>
          <p:cNvPr id="19" name="card Traceable"/>
          <p:cNvSpPr/>
          <p:nvPr/>
        </p:nvSpPr>
        <p:spPr>
          <a:xfrm>
            <a:off x="4297680" y="370332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26280" y="3959352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37760" y="3867912"/>
            <a:ext cx="2697480" cy="4572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Traceable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416552"/>
            <a:ext cx="3063240" cy="11430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number links back: raw event, match, snapshot, score, model version, task and the run that made it.</a:t>
            </a:r>
            <a:endParaRPr lang="en-US" sz="1400" dirty="0"/>
          </a:p>
        </p:txBody>
      </p:sp>
      <p:sp>
        <p:nvSpPr>
          <p:cNvPr id="23" name="card Messy synthetic data"/>
          <p:cNvSpPr/>
          <p:nvPr/>
        </p:nvSpPr>
        <p:spPr>
          <a:xfrm>
            <a:off x="8046720" y="3703320"/>
            <a:ext cx="35204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75320" y="3959352"/>
            <a:ext cx="292608" cy="29260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86800" y="3867912"/>
            <a:ext cx="2697480" cy="4572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Messy synthetic data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416552"/>
            <a:ext cx="3063240" cy="11430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5,000 accounts, 192k events: replays, drift, late arrivals, identity breaks, thin accounts. Measured, not hoped.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Where I disagreed with the request</a:t>
            </a:r>
            <a:endParaRPr lang="en-US" sz="3200" dirty="0"/>
          </a:p>
        </p:txBody>
      </p:sp>
      <p:sp>
        <p:nvSpPr>
          <p:cNvPr id="3" name="card No auto-email"/>
          <p:cNvSpPr/>
          <p:nvPr/>
        </p:nvSpPr>
        <p:spPr>
          <a:xfrm>
            <a:off x="548640" y="1463040"/>
            <a:ext cx="3520440" cy="356616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19072"/>
            <a:ext cx="292608" cy="29260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1627632"/>
            <a:ext cx="2697480" cy="4572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auto-email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3063240" cy="26974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Wrong recipient: the champion may have left. Wrong message: a backlog and a failed payment need different calls. Wrong trigger: scores near a line flip weekly.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Instead: a task, escalated after 5 business days near renewal. Nothing goes unseen.</a:t>
            </a:r>
            <a:endParaRPr lang="en-US" sz="1400" dirty="0"/>
          </a:p>
        </p:txBody>
      </p:sp>
      <p:sp>
        <p:nvSpPr>
          <p:cNvPr id="7" name="card Colour from rank"/>
          <p:cNvSpPr/>
          <p:nvPr/>
        </p:nvSpPr>
        <p:spPr>
          <a:xfrm>
            <a:off x="4297680" y="1463040"/>
            <a:ext cx="3520440" cy="356616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719072"/>
            <a:ext cx="292608" cy="29260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627632"/>
            <a:ext cx="2697480" cy="4572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Colour from rank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176272"/>
            <a:ext cx="3063240" cy="26974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Red is the top 8 of the CSM's book, yellow the next 16. Every CSM always has a week of red.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Fixed probability bands drift with every retrain. Probability and ARR stay visible as columns.</a:t>
            </a:r>
            <a:endParaRPr lang="en-US" sz="1400" dirty="0"/>
          </a:p>
        </p:txBody>
      </p:sp>
      <p:sp>
        <p:nvSpPr>
          <p:cNvPr id="11" name="card Rank by ARR at risk"/>
          <p:cNvSpPr/>
          <p:nvPr/>
        </p:nvSpPr>
        <p:spPr>
          <a:xfrm>
            <a:off x="8046720" y="1463040"/>
            <a:ext cx="3520440" cy="356616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75320" y="1719072"/>
            <a:ext cx="292608" cy="29260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0" y="1627632"/>
            <a:ext cx="2697480" cy="4572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Rank by ARR at risk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176272"/>
            <a:ext cx="3063240" cy="26974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$2k account at 60% should not outrank a $200k account at 50%. Rank score is probability x ARR, with one-click re-sort.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Label: the next renewal's outcome, so accounts far from renewal still get early warning.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Where the build diverged from the plan, honestly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566160"/>
                <a:gridCol w="45720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Planned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Built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Railway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One GCP VM, same Docker Compose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Asked for GCP; keeps the worker awake for ~$21 a month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LightGBM clearly ahead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Within noise of logistic regression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Kept by a rule: switch only for a clear win on 100+ validation cycles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LLM paragraph in briefings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Cut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 in the cut order; the template says only what the model computed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 planted cases caught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 of 10 in time, 9 of 10 for the right reason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Churn is noisy by design; reported, not tuned away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All reasons shown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Only actionable signals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'Contract size' is true but not a reason to call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2F4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Beats rules and the calendar; ties logistic regression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680960" y="1371600"/>
            <a:ext cx="1737360" cy="914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21.8%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9418320" y="1417320"/>
            <a:ext cx="2286000" cy="8686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recall@8 per CSM-week (oracle 23.6%)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2606040"/>
            <a:ext cx="1737360" cy="914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+0.009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9418320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LightGBM minus LR, 95% CI −0.009 to +0.028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680960" y="3840480"/>
            <a:ext cx="1737360" cy="914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0.8%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9418320" y="3886200"/>
            <a:ext cx="2286000" cy="8686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share of the model that is days to renewal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680960" y="5074920"/>
            <a:ext cx="1737360" cy="914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0.48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9418320" y="5120640"/>
            <a:ext cx="2286000" cy="8686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shuffled-label AUC: no leakage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night runs itself, and every step is a row</a:t>
            </a:r>
            <a:endParaRPr lang="en-US" sz="3200" dirty="0"/>
          </a:p>
        </p:txBody>
      </p:sp>
      <p:sp>
        <p:nvSpPr>
          <p:cNvPr id="3" name="stage Ingest"/>
          <p:cNvSpPr/>
          <p:nvPr/>
        </p:nvSpPr>
        <p:spPr>
          <a:xfrm>
            <a:off x="548640" y="1463040"/>
            <a:ext cx="1417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Ingest</a:t>
            </a:r>
            <a:endParaRPr lang="en-US" sz="1400" dirty="0"/>
          </a:p>
        </p:txBody>
      </p:sp>
      <p:sp>
        <p:nvSpPr>
          <p:cNvPr id="5" name="stage Snapshot"/>
          <p:cNvSpPr/>
          <p:nvPr/>
        </p:nvSpPr>
        <p:spPr>
          <a:xfrm>
            <a:off x="2148840" y="1463040"/>
            <a:ext cx="1417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48840" y="146304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Snapshot</a:t>
            </a:r>
            <a:endParaRPr lang="en-US" sz="1400" dirty="0"/>
          </a:p>
        </p:txBody>
      </p:sp>
      <p:sp>
        <p:nvSpPr>
          <p:cNvPr id="7" name="stage Score"/>
          <p:cNvSpPr/>
          <p:nvPr/>
        </p:nvSpPr>
        <p:spPr>
          <a:xfrm>
            <a:off x="3749040" y="1463040"/>
            <a:ext cx="1417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49040" y="146304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Score</a:t>
            </a:r>
            <a:endParaRPr lang="en-US" sz="1400" dirty="0"/>
          </a:p>
        </p:txBody>
      </p:sp>
      <p:sp>
        <p:nvSpPr>
          <p:cNvPr id="9" name="stage Gate"/>
          <p:cNvSpPr/>
          <p:nvPr/>
        </p:nvSpPr>
        <p:spPr>
          <a:xfrm>
            <a:off x="5349240" y="1463040"/>
            <a:ext cx="141732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49240" y="146304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Gate</a:t>
            </a:r>
            <a:endParaRPr lang="en-US" sz="1400" dirty="0"/>
          </a:p>
        </p:txBody>
      </p:sp>
      <p:sp>
        <p:nvSpPr>
          <p:cNvPr id="11" name="stage Transitions"/>
          <p:cNvSpPr/>
          <p:nvPr/>
        </p:nvSpPr>
        <p:spPr>
          <a:xfrm>
            <a:off x="6949440" y="1463040"/>
            <a:ext cx="1417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949440" y="146304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Transitions</a:t>
            </a:r>
            <a:endParaRPr lang="en-US" sz="1400" dirty="0"/>
          </a:p>
        </p:txBody>
      </p:sp>
      <p:sp>
        <p:nvSpPr>
          <p:cNvPr id="13" name="stage Policy + tasks"/>
          <p:cNvSpPr/>
          <p:nvPr/>
        </p:nvSpPr>
        <p:spPr>
          <a:xfrm>
            <a:off x="8549640" y="1463040"/>
            <a:ext cx="1417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49640" y="146304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Policy + tasks</a:t>
            </a:r>
            <a:endParaRPr lang="en-US" sz="1400" dirty="0"/>
          </a:p>
        </p:txBody>
      </p:sp>
      <p:sp>
        <p:nvSpPr>
          <p:cNvPr id="15" name="stage Escalation"/>
          <p:cNvSpPr/>
          <p:nvPr/>
        </p:nvSpPr>
        <p:spPr>
          <a:xfrm>
            <a:off x="10149840" y="1463040"/>
            <a:ext cx="1417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0" y="1463040"/>
            <a:ext cx="14173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Escalation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468880"/>
            <a:ext cx="11064240" cy="6400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tripped data-quality gate rolls the night back: nothing after it is published, and the list keeps the last good night with a warning.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91840"/>
            <a:ext cx="5486400" cy="23774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02:00 UTC, 17 Oct 2026 · trigger = schedule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 five tenants succeeded in 21 s: 999 new events ingested, 18 quarantined, 12 replays rejected, mean probability moved &lt; 0.002.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3291840"/>
            <a:ext cx="5212080" cy="29260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Rerun safe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succeeded night is a no-op; a failed one is re-claimed; every write is keyed.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flapping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task needs three nights outside the top 8 first; at most 8 new tasks per CSM per night.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breaks first at 10x, measured</a:t>
            </a:r>
            <a:endParaRPr lang="en-US" sz="3200" dirty="0"/>
          </a:p>
        </p:txBody>
      </p:sp>
      <p:sp>
        <p:nvSpPr>
          <p:cNvPr id="3" name="axis 10x events"/>
          <p:cNvSpPr/>
          <p:nvPr/>
        </p:nvSpPr>
        <p:spPr>
          <a:xfrm>
            <a:off x="548640" y="1371600"/>
            <a:ext cx="352044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3063240" cy="4572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10x events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20240"/>
            <a:ext cx="3063240" cy="914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~40 min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80360"/>
            <a:ext cx="3063240" cy="10972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 one tenant's anchor build on the VM; peaks near 1 GB. Breaks first, on memory.</a:t>
            </a:r>
            <a:endParaRPr lang="en-US" sz="1400" dirty="0"/>
          </a:p>
        </p:txBody>
      </p:sp>
      <p:sp>
        <p:nvSpPr>
          <p:cNvPr id="7" name="axis 10x accounts"/>
          <p:cNvSpPr/>
          <p:nvPr/>
        </p:nvSpPr>
        <p:spPr>
          <a:xfrm>
            <a:off x="4297680" y="1371600"/>
            <a:ext cx="352044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508760"/>
            <a:ext cx="3063240" cy="4572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10x accounts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063240" cy="914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~4.5 GB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880360"/>
            <a:ext cx="3063240" cy="10972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snapshots, plus ~3 GB of scores a month. Disk binds within weeks.</a:t>
            </a:r>
            <a:endParaRPr lang="en-US" sz="1400" dirty="0"/>
          </a:p>
        </p:txBody>
      </p:sp>
      <p:sp>
        <p:nvSpPr>
          <p:cNvPr id="11" name="axis 10x tenants"/>
          <p:cNvSpPr/>
          <p:nvPr/>
        </p:nvSpPr>
        <p:spPr>
          <a:xfrm>
            <a:off x="8046720" y="1371600"/>
            <a:ext cx="352044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508760"/>
            <a:ext cx="3063240" cy="4572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10x tenants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0" y="1920240"/>
            <a:ext cx="3063240" cy="91440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~3.5 min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880360"/>
            <a:ext cx="3063240" cy="109728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 the nightly loop: fine. Bootstrap and training memory bind instead.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Today: the whole night takes 21 s. Snapshot ~0.05 ms per event, scoring ~1 ms per account. The plan's hypothesis held, sharpened: the weekly anchor rebuild is O(weeks x events) and runs out of memory before time. Fix: incremental anchors from running aggregates, then retention and a per-tenant queue.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With real data, the first four steps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1. Refit and re-baseline on real renewal outcomes; report the same holdout tables.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2. Use CSM dismissal reasons as labels and as a precision signal for K.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3. Build anchors incrementally, so history scales with events, not weeks x events.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4. Add identity confidence, and connectors that write the same raw-event shape.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day list">
  <a:themeElements>
    <a:clrScheme name="Monday list">
      <a:dk1>
        <a:srgbClr val="1B2430"/>
      </a:dk1>
      <a:lt1>
        <a:srgbClr val="FFFFFF"/>
      </a:lt1>
      <a:dk2>
        <a:srgbClr val="2B3A4E"/>
      </a:dk2>
      <a:lt2>
        <a:srgbClr val="F2F4F7"/>
      </a:lt2>
      <a:accent1>
        <a:srgbClr val="C2410C"/>
      </a:accent1>
      <a:accent2>
        <a:srgbClr val="0F766E"/>
      </a:accent2>
      <a:accent3>
        <a:srgbClr val="B91C1C"/>
      </a:accent3>
      <a:accent4>
        <a:srgbClr val="D97706"/>
      </a:accent4>
      <a:accent5>
        <a:srgbClr val="15803D"/>
      </a:accent5>
      <a:accent6>
        <a:srgbClr val="64748B"/>
      </a:accent6>
      <a:hlink>
        <a:srgbClr val="0F766E"/>
      </a:hlink>
      <a:folHlink>
        <a:srgbClr val="64748B"/>
      </a:folHlink>
    </a:clrScheme>
    <a:fontScheme name="Monday li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Monday list</dc:title>
  <dc:subject>PptxGenJS Presentation</dc:subject>
  <dc:creator>Utkarsh Jha</dc:creator>
  <cp:lastModifiedBy>Utkarsh Jha</cp:lastModifiedBy>
  <cp:revision>1</cp:revision>
  <dcterms:created xsi:type="dcterms:W3CDTF">2026-10-17T07:42:36Z</dcterms:created>
  <dcterms:modified xsi:type="dcterms:W3CDTF">2026-10-17T07:42:36Z</dcterms:modified>
</cp:coreProperties>
</file>